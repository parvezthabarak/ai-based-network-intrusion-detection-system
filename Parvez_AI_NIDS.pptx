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5" r:id="rId11"/>
    <p:sldId id="346" r:id="rId12"/>
    <p:sldId id="340" r:id="rId13"/>
    <p:sldId id="341" r:id="rId14"/>
    <p:sldId id="342" r:id="rId15"/>
    <p:sldId id="343" r:id="rId16"/>
    <p:sldId id="344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1/8/2026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1/8/2026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arvezThabarak/AI-Based-Network-Intrusion-Detection-System/blob/main/app.py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76955" y="3258749"/>
            <a:ext cx="4376375" cy="861497"/>
          </a:xfrm>
        </p:spPr>
        <p:txBody>
          <a:bodyPr>
            <a:normAutofit/>
          </a:bodyPr>
          <a:lstStyle/>
          <a:p>
            <a:r>
              <a:rPr lang="en-US" b="0" dirty="0">
                <a:solidFill>
                  <a:schemeClr val="tx1"/>
                </a:solidFill>
              </a:rPr>
              <a:t>Name: </a:t>
            </a:r>
            <a:r>
              <a:rPr lang="en-US" b="0" dirty="0" err="1">
                <a:solidFill>
                  <a:schemeClr val="tx1"/>
                </a:solidFill>
              </a:rPr>
              <a:t>Vavilathota</a:t>
            </a:r>
            <a:r>
              <a:rPr lang="en-US" b="0" dirty="0">
                <a:solidFill>
                  <a:schemeClr val="tx1"/>
                </a:solidFill>
              </a:rPr>
              <a:t> Parvez Thabarak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5755" y="2050553"/>
            <a:ext cx="8185836" cy="743448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AI-Based Network Intrusion Detection System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553200" y="29464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705600" y="30988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 txBox="1">
            <a:spLocks/>
          </p:cNvSpPr>
          <p:nvPr/>
        </p:nvSpPr>
        <p:spPr>
          <a:xfrm>
            <a:off x="4776955" y="3633251"/>
            <a:ext cx="493061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chemeClr val="tx1"/>
                </a:solidFill>
              </a:rPr>
              <a:t>AICTE ID :STU65793b747b12c1702443892 </a:t>
            </a:r>
            <a:endParaRPr lang="en-IN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  <p:bldP spid="7" grpId="0"/>
      <p:bldP spid="8" grpId="0"/>
      <p:bldP spid="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1735597"/>
            <a:ext cx="6995604" cy="3607987"/>
          </a:xfrm>
        </p:spPr>
        <p:txBody>
          <a:bodyPr>
            <a:normAutofit fontScale="70000" lnSpcReduction="20000"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With the rapid increase in internet usage and network-based services, cyber attacks such as </a:t>
            </a:r>
            <a:r>
              <a:rPr lang="en-US" sz="2800" b="1" dirty="0">
                <a:solidFill>
                  <a:schemeClr val="tx1"/>
                </a:solidFill>
              </a:rPr>
              <a:t>DDoS attacks, abnormal traffic behavior, and unauthorized access</a:t>
            </a:r>
            <a:r>
              <a:rPr lang="en-US" sz="2800" dirty="0">
                <a:solidFill>
                  <a:schemeClr val="tx1"/>
                </a:solidFill>
              </a:rPr>
              <a:t> have become more frequent and complex. Traditional rule-based intrusion detection systems often fail to detect new or unknown attack patterns.</a:t>
            </a:r>
          </a:p>
          <a:p>
            <a:pPr marL="0" indent="0"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There is a need for an </a:t>
            </a:r>
            <a:r>
              <a:rPr lang="en-US" sz="2800" b="1" dirty="0">
                <a:solidFill>
                  <a:schemeClr val="tx1"/>
                </a:solidFill>
              </a:rPr>
              <a:t>intelligent Network Intrusion Detection System</a:t>
            </a:r>
            <a:r>
              <a:rPr lang="en-US" sz="2800" dirty="0">
                <a:solidFill>
                  <a:schemeClr val="tx1"/>
                </a:solidFill>
              </a:rPr>
              <a:t> that can automatically analyze network traffic, detect malicious activities using </a:t>
            </a:r>
            <a:r>
              <a:rPr lang="en-US" sz="2800" b="1" dirty="0">
                <a:solidFill>
                  <a:schemeClr val="tx1"/>
                </a:solidFill>
              </a:rPr>
              <a:t>Machine Learning</a:t>
            </a:r>
            <a:r>
              <a:rPr lang="en-US" sz="2800" dirty="0">
                <a:solidFill>
                  <a:schemeClr val="tx1"/>
                </a:solidFill>
              </a:rPr>
              <a:t>, and provide meaningful explanations to help users understand the detected threats.</a:t>
            </a:r>
          </a:p>
          <a:p>
            <a:pPr>
              <a:lnSpc>
                <a:spcPct val="150000"/>
              </a:lnSpc>
            </a:pP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D04233-06AB-ADD5-BBDD-2FB5A03E50AB}"/>
              </a:ext>
            </a:extLst>
          </p:cNvPr>
          <p:cNvSpPr txBox="1"/>
          <p:nvPr/>
        </p:nvSpPr>
        <p:spPr>
          <a:xfrm>
            <a:off x="660398" y="1720840"/>
            <a:ext cx="1153160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This project implements an </a:t>
            </a:r>
            <a:r>
              <a:rPr lang="en-US" b="1" dirty="0"/>
              <a:t>AI-Based Network Intrusion Detection System (NIDS)</a:t>
            </a:r>
            <a:r>
              <a:rPr lang="en-US" dirty="0"/>
              <a:t> that uses </a:t>
            </a:r>
            <a:r>
              <a:rPr lang="en-US" b="1" dirty="0"/>
              <a:t>Machine Learning (Random Forest Algorithm)</a:t>
            </a:r>
            <a:r>
              <a:rPr lang="en-US" dirty="0"/>
              <a:t> to classify network traffic as </a:t>
            </a:r>
            <a:r>
              <a:rPr lang="en-US" b="1" dirty="0"/>
              <a:t>BENIGN</a:t>
            </a:r>
            <a:r>
              <a:rPr lang="en-US" dirty="0"/>
              <a:t> or </a:t>
            </a:r>
            <a:r>
              <a:rPr lang="en-US" b="1" dirty="0"/>
              <a:t>ATTACK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The system is trained using a real-world network traffic dataset (CIC-IDS2017 – DDoS subset). A </a:t>
            </a:r>
            <a:r>
              <a:rPr lang="en-US" b="1" dirty="0" err="1"/>
              <a:t>Streamlit</a:t>
            </a:r>
            <a:r>
              <a:rPr lang="en-US" b="1" dirty="0"/>
              <a:t>-based interactive dashboard</a:t>
            </a:r>
            <a:r>
              <a:rPr lang="en-US" dirty="0"/>
              <a:t> allows users to train the model, simulate live traffic, and view detection results.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Additionally, </a:t>
            </a:r>
            <a:r>
              <a:rPr lang="en-US" b="1" dirty="0"/>
              <a:t>Generative AI (</a:t>
            </a:r>
            <a:r>
              <a:rPr lang="en-US" b="1" dirty="0" err="1"/>
              <a:t>Groq</a:t>
            </a:r>
            <a:r>
              <a:rPr lang="en-US" b="1" dirty="0"/>
              <a:t> LLM)</a:t>
            </a:r>
            <a:r>
              <a:rPr lang="en-US" dirty="0"/>
              <a:t> is integrated to provide </a:t>
            </a:r>
            <a:r>
              <a:rPr lang="en-US" b="1" dirty="0"/>
              <a:t>human-readable explanations</a:t>
            </a:r>
            <a:r>
              <a:rPr lang="en-US" dirty="0"/>
              <a:t> for detected network packets, helping users understand why a packet is considered safe or malicious.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C38E871A-734A-0638-4051-23CD93E7FBF5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721359" y="2107183"/>
            <a:ext cx="553948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 Administrators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Cyber Security Analysts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 (Security Operations Center) Teams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and Researchers in Cyber Security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Organizations monitoring network traffic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52839" y="1703148"/>
            <a:ext cx="9027702" cy="5243448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Programming Language:</a:t>
            </a:r>
            <a:r>
              <a:rPr lang="en-IN" dirty="0">
                <a:solidFill>
                  <a:schemeClr val="tx1"/>
                </a:solidFill>
              </a:rPr>
              <a:t> Python</a:t>
            </a:r>
          </a:p>
          <a:p>
            <a:r>
              <a:rPr lang="en-IN" b="1" dirty="0">
                <a:solidFill>
                  <a:schemeClr val="tx1"/>
                </a:solidFill>
              </a:rPr>
              <a:t>Machine Learning Algorithm:</a:t>
            </a:r>
            <a:r>
              <a:rPr lang="en-IN" dirty="0">
                <a:solidFill>
                  <a:schemeClr val="tx1"/>
                </a:solidFill>
              </a:rPr>
              <a:t> Random Forest Classifier</a:t>
            </a:r>
          </a:p>
          <a:p>
            <a:r>
              <a:rPr lang="en-IN" b="1" dirty="0">
                <a:solidFill>
                  <a:schemeClr val="tx1"/>
                </a:solidFill>
              </a:rPr>
              <a:t>Web Framework:</a:t>
            </a:r>
            <a:r>
              <a:rPr lang="en-IN" dirty="0">
                <a:solidFill>
                  <a:schemeClr val="tx1"/>
                </a:solidFill>
              </a:rPr>
              <a:t> </a:t>
            </a:r>
            <a:r>
              <a:rPr lang="en-IN" dirty="0" err="1">
                <a:solidFill>
                  <a:schemeClr val="tx1"/>
                </a:solidFill>
              </a:rPr>
              <a:t>Streamlit</a:t>
            </a:r>
            <a:endParaRPr lang="en-IN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Libraries:</a:t>
            </a:r>
            <a:r>
              <a:rPr lang="en-IN" dirty="0">
                <a:solidFill>
                  <a:schemeClr val="tx1"/>
                </a:solidFill>
              </a:rPr>
              <a:t> Pandas, NumPy, Scikit-learn</a:t>
            </a:r>
          </a:p>
          <a:p>
            <a:r>
              <a:rPr lang="en-IN" b="1" dirty="0">
                <a:solidFill>
                  <a:schemeClr val="tx1"/>
                </a:solidFill>
              </a:rPr>
              <a:t>Dataset:</a:t>
            </a:r>
            <a:r>
              <a:rPr lang="en-IN" dirty="0">
                <a:solidFill>
                  <a:schemeClr val="tx1"/>
                </a:solidFill>
              </a:rPr>
              <a:t> CIC-IDS2017 (DDoS traffic subset)</a:t>
            </a:r>
          </a:p>
          <a:p>
            <a:r>
              <a:rPr lang="en-IN" b="1" dirty="0">
                <a:solidFill>
                  <a:schemeClr val="tx1"/>
                </a:solidFill>
              </a:rPr>
              <a:t>AI Explanation (Optional):</a:t>
            </a:r>
            <a:r>
              <a:rPr lang="en-IN" dirty="0">
                <a:solidFill>
                  <a:schemeClr val="tx1"/>
                </a:solidFill>
              </a:rPr>
              <a:t> </a:t>
            </a:r>
            <a:r>
              <a:rPr lang="en-IN" dirty="0" err="1">
                <a:solidFill>
                  <a:schemeClr val="tx1"/>
                </a:solidFill>
              </a:rPr>
              <a:t>Groq</a:t>
            </a:r>
            <a:r>
              <a:rPr lang="en-IN" dirty="0">
                <a:solidFill>
                  <a:schemeClr val="tx1"/>
                </a:solidFill>
              </a:rPr>
              <a:t> LLM API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44E4317-CFEE-995E-E261-FA0FCF617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6364"/>
            <a:ext cx="6096000" cy="620163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F56E5F7-97C5-AC75-3289-A1F1E5A83E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656364"/>
            <a:ext cx="6096000" cy="6201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3A6F3-16B5-1092-C75B-2EE609607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FBC58A-3DC5-D327-62FF-8A043AA97E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B8D46C1-A5DF-F1F5-EC61-852DA3D02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2593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80B8731B-FA5A-9D08-A393-2CE01EBE8C1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EC4935B-8983-3158-2A8A-E1641705AC8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90A6864-2E80-8B00-7F6C-212C2486C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05058"/>
            <a:ext cx="5980922" cy="61529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68C01C7-0CC4-4C2F-D6C9-6FAF132B4B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7123" y="705057"/>
            <a:ext cx="6454699" cy="3456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751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68C63-3FBD-7941-7297-74899F29C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AB03D0-8EB6-74F8-574D-2866B31577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73F302C-F22E-4DC4-67F1-42024AFC8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910" y="-12593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1D42A121-9A96-3764-77AB-131ED62319D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47D12798-C568-EE94-4437-46987AFB42B2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371C6C-720B-AC6B-3E1B-AC4947CCC3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6491"/>
            <a:ext cx="12192000" cy="6251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69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910" y="-12593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-189354" y="4029971"/>
            <a:ext cx="12207182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5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r>
              <a:rPr lang="en-GB" sz="2500" b="0" u="sng" dirty="0">
                <a:solidFill>
                  <a:srgbClr val="0070C0"/>
                </a:solidFill>
              </a:rPr>
              <a:t> : https://drive.google.com/file/d/1RXWE9F22wkt9CiO7aedQVewmM_31gPyZ/view?usp=drive_link</a:t>
            </a:r>
            <a:endParaRPr lang="en-IN" sz="2500" b="0" u="sng" dirty="0">
              <a:solidFill>
                <a:srgbClr val="0070C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449115-3F13-B5D3-CFF3-06C1FF36AE56}"/>
              </a:ext>
            </a:extLst>
          </p:cNvPr>
          <p:cNvSpPr txBox="1"/>
          <p:nvPr/>
        </p:nvSpPr>
        <p:spPr>
          <a:xfrm>
            <a:off x="247261" y="925786"/>
            <a:ext cx="8084975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Successfully trained a machine learning model for intrusion detection</a:t>
            </a:r>
          </a:p>
          <a:p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Achieved high accuracy in detecting malicious traffic</a:t>
            </a:r>
          </a:p>
          <a:p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Correctly classified network packets as </a:t>
            </a:r>
            <a:r>
              <a:rPr lang="en-US" sz="2000" b="1" dirty="0"/>
              <a:t>BENIGN</a:t>
            </a:r>
            <a:r>
              <a:rPr lang="en-US" sz="2000" dirty="0"/>
              <a:t> or </a:t>
            </a:r>
            <a:r>
              <a:rPr lang="en-US" sz="2000" b="1" dirty="0"/>
              <a:t>ATTACK</a:t>
            </a:r>
          </a:p>
          <a:p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Generated AI-based explanations for detected threats</a:t>
            </a:r>
          </a:p>
          <a:p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Developed a fully functional interactive dashboard</a:t>
            </a:r>
          </a:p>
        </p:txBody>
      </p:sp>
    </p:spTree>
    <p:extLst>
      <p:ext uri="{BB962C8B-B14F-4D97-AF65-F5344CB8AC3E}">
        <p14:creationId xmlns:p14="http://schemas.microsoft.com/office/powerpoint/2010/main" val="2891153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0" y="181956"/>
            <a:ext cx="8671243" cy="830997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Certificate - Protection from browser attacks</a:t>
            </a:r>
            <a:r>
              <a:rPr lang="en-GB" b="1" dirty="0">
                <a:solidFill>
                  <a:schemeClr val="tx1"/>
                </a:solidFill>
              </a:rPr>
              <a:t> </a:t>
            </a:r>
            <a:endParaRPr lang="en-IN" b="1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318216-0FEE-F493-5304-78FB6CE3A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71" y="830997"/>
            <a:ext cx="8207451" cy="584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795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-74264" y="162959"/>
            <a:ext cx="8671243" cy="830997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Certificate - Introduction to System Security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A0BCE0-9773-2375-1875-92618D7BF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52" y="941442"/>
            <a:ext cx="8192210" cy="575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512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0" y="125637"/>
            <a:ext cx="8671243" cy="8309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Certificate - Securing Android Devices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F9B2D2-1C7B-F816-5948-B082FC4DE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18" y="956634"/>
            <a:ext cx="8085521" cy="576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004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371155" y="583026"/>
            <a:ext cx="8671243" cy="8309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GitHub link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7835DF-64BB-5C42-CBC9-B9B01EE1C61B}"/>
              </a:ext>
            </a:extLst>
          </p:cNvPr>
          <p:cNvSpPr txBox="1"/>
          <p:nvPr/>
        </p:nvSpPr>
        <p:spPr>
          <a:xfrm>
            <a:off x="371154" y="1759020"/>
            <a:ext cx="94446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hlinkClick r:id="rId2"/>
              </a:rPr>
              <a:t>AI-Based-Network-Intrusion-Detection-System/app.py at main · </a:t>
            </a:r>
            <a:r>
              <a:rPr lang="en-IN" sz="1800" dirty="0" err="1">
                <a:hlinkClick r:id="rId2"/>
              </a:rPr>
              <a:t>ParvezThabarak</a:t>
            </a:r>
            <a:r>
              <a:rPr lang="en-IN" sz="1800" dirty="0">
                <a:hlinkClick r:id="rId2"/>
              </a:rPr>
              <a:t>/AI-Based-Network-Intrusion-Detection-System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3231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documentManagement/types"/>
    <ds:schemaRef ds:uri="http://purl.org/dc/elements/1.1/"/>
    <ds:schemaRef ds:uri="71af3243-3dd4-4a8d-8c0d-dd76da1f02a5"/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16c05727-aa75-4e4a-9b5f-8a80a1165891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858</TotalTime>
  <Words>372</Words>
  <Application>Microsoft Office PowerPoint</Application>
  <PresentationFormat>Widescreen</PresentationFormat>
  <Paragraphs>54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AI-Based Network Intrusion Detection System</vt:lpstr>
      <vt:lpstr>PROBLEM  STATEMENT</vt:lpstr>
      <vt:lpstr>Project Description  </vt:lpstr>
      <vt:lpstr>WHO ARE THE END USERS?</vt:lpstr>
      <vt:lpstr>Technology Used</vt:lpstr>
      <vt:lpstr>RESULTS </vt:lpstr>
      <vt:lpstr>RESULTS </vt:lpstr>
      <vt:lpstr>RESULTS </vt:lpstr>
      <vt:lpstr>RESULTS 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Parvez Thabarak</cp:lastModifiedBy>
  <cp:revision>80</cp:revision>
  <dcterms:created xsi:type="dcterms:W3CDTF">2021-07-11T13:13:15Z</dcterms:created>
  <dcterms:modified xsi:type="dcterms:W3CDTF">2026-01-08T13:33:59Z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